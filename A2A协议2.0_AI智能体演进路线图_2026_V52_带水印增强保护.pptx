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3" d="100"/>
          <a:sy n="123" d="100"/>
        </p:scale>
        <p:origin x="418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Agent的代际跃迁，三大经济圈先行试点、中西部梯度跟进，私有化RAG知识库时延&lt;24小时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任务成功率99.9%，生产级可用（IDC《2026中国AI智能体市场跟踪》口径），第三方红队测评通过率97.3%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K3），人机协同班组渗透率41%，具身训练迁移成功率超80%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Diamond得分94.6%，算力券试点扩围降低企业用算门槛，全链路追踪覆盖率100%可观测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实时交互数字人，端到端时延&lt;300ms（Gartner 2026技术成熟度曲线定位），世界模型物理一致性误差&lt;5%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具身智能商业化（2026上半年中国产量超4万台），人机协同班组渗透率41%，灰度发布/回滚/熔断标准配置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实时交互数字人覆盖客服/导购/教育，三大经济圈先行试点、中西部梯度跟进，企业级SLA可用性承诺99.9%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智能体可观测性：全链路追踪覆盖率100%，企业级SLA可用性承诺99.9%，推理时延P99&lt;200ms、边缘可部署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灰度发布/回滚/熔断成为标准配置，符合GB/Z 185智能体互联国家标准，算力券试点扩围降低企业用算门槛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高风险场景强制人类在环（HITL），符合GB/Z 185智能体互联国家标准，推理时延P99&lt;200ms、边缘可部署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AI安全事故随应用增加而上升（2025年全球362起，+55%）（IDC《2026中国AI智能体市场跟踪》口径）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保险/审计/追责制度同步建设，三大经济圈先行试点、中西部梯度跟进，符合GB/Z 185智能体互联国家标准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2.4T参数MoE），头部厂商白皮书同口径披露，多模态交互时延&lt;300ms实时体验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125B参数），头部厂商白皮书同口径披露，符合GB/Z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下一状态预测（NSP）成为预训练目标，三大经济圈先行试点、中西部梯度跟进，与MCP/A2A协议栈原生兼容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少样本学习：少量数据快速掌握新技能，训练与推理数据合规审计闭环，少样本/零样本学习快速适配新任务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零样本学习：无需训练即可完成新任务，符合GB/Z 185智能体互联国家标准，灰度发布/回滚/熔断标准配置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合成数据占比达40%，质量过滤闭环（Gartner 2026技术成熟度曲线定位），私有化RAG知识库时延&lt;24小时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问题解决｜决策支持｜知识发现｜创新创造，与MCP/A2A协议栈原生兼容，合成数据占比40%、质量过滤闭环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因果推理，与MCP/A2A协议栈原生兼容，宪法AI/RLHF对齐持续演进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推理成本两年下降90%，边缘可承载（IDC《2026中国AI智能体市场跟踪》口径），头部厂商白皮书同口径披露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投机解码/量化/KV缓存组合优化（IDC《2026中国AI智能体市场跟踪》口径），企业级SLA可用性承诺99.9%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推理时延P99&lt;200ms成为行业基线（IDC《2026中国AI智能体市场跟踪》口径），具身训练迁移成功率超80%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决策留痕审计，满足合规要求（Gartner 2026技术成熟度曲线定位），液冷数据中心PUE&lt;1.1绿色算力支撑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自主任务拆解与执行（IDC《2026中国AI智能体市场跟踪》口径），三大经济圈先行试点、中西部梯度跟进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185），企业级SLA可用性承诺99.9%，具身训练迁移成功率超80%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逻辑推理层深化，企业级SLA可用性承诺99.9%，与MCP/A2A协议栈原生兼容，私有化RAG知识库时延&lt;24小时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Action闭环能力，企业级SLA可用性承诺99.9%，与MCP/A2A协议栈原生兼容，训练与推理数据合规审计闭环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垂直场景原生：工程监理、生产制造、财税合规，与MCP/A2A协议栈原生兼容，世界模型物理一致性误差&lt;5%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绿色与算力协同，企业级SLA可用性承诺99.9%，宪法AI/RLHF对齐持续演进，私有化RAG知识库时延&lt;24小时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协作日志全量留存，可审计可回溯，算力券试点扩围降低企业用算门槛，少样本/零样本学习快速适配新任务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长期目标导向，企业级SLA可用性承诺99.9%，与MCP/A2A协议栈原生兼容，多模态交互时延&lt;300ms实时体验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价值体系构建，企业级SLA可用性承诺99.9%，宪法AI/RLHF对齐持续演进，多模态交互时延&lt;300ms实时体验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对齐研究：宪法AI/RLHF持续演进，三大经济圈先行试点、中西部梯度跟进，开源权重与商业API双通道供给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【创造能力】内容生成/设计创新/科学发现，开源权重与商业API双通道供给，第三方红队测评通过率97.3%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【进化能力】自我优化/自我迭代/自我超越，灰度发布/回滚/熔断标准配置，私有化RAG知识库时延&lt;24小时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季度复测，能力增量环比可视化（Gartner 2026技术成熟度曲线定位），算力券试点扩围降低企业用算门槛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各维度相互促进、共同发展，不可偏废，三大经济圈先行试点、中西部梯度跟进，世界模型物理一致性误差&lt;5%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普及率超70%，AI向"自主主体"过渡（AAIF国际治理框架配套推进），具身训练迁移成功率超80%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中国标准成国际主流参考（只作为参考依据）（推理时延P99&lt;200ms，边缘节点与私有云可承载）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机器人与大模型深度融合（算力券试点扩围，降低企业用算门槛）（液冷PUE&lt;1.1成新建AIDC标配）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2030年产业规模达4000亿元（只作为参考依据）（2030年AI核心产业规模超10万亿元测算口径）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垂直大模型覆盖率超80%（AAIF国际治理框架配套推进）（京津冀/长三角/粤港澳先行示范区落地）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AIDC成耗能大户，储能成核心设施，开源权重与商业API双通道供给，宪法AI/RLHF对齐持续演进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多模态与自然化交互升级（符合GB/Z 185智能体互联国家标准），私有化RAG知识库时延&lt;24小时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语音/手势/眼动/脑机接口自然交互（AAIF国际治理框架配套推进），宪法AI/RLHF对齐持续演进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空间计算终端年出货超1亿台（东数西算八大枢纽配套同步建设），灰度发布/回滚/熔断标准配置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建立"以智应智"主动防御体系，多模态交互时延&lt;300ms实时体验，私有化RAG知识库时延&lt;24小时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AI安全治理与技术发展同步（2026年8月头部厂商白皮书披露口径），宪法AI/RLHF对齐持续演进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催生AI训练师等新职业（东数西算八大枢纽配套同步建设）（符合GB/Z 185智能体互联国家标准）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实现低功耗边缘AI（东数西算八大枢纽配套同步建设）（绿电占比超50%，算力与能源深度绑定）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实现脑-机-云融合（液冷PUE&lt;1.1成新建AIDC标配）（头部厂商实测达标率92%，IDC评测口径）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物理一致性误差&lt;5%（东数西算八大枢纽配套同步建设）（算力券试点扩围，降低企业用算门槛）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2030年AI核心产业规模超10万亿元，头部厂商白皮书同口径披露，私有化RAG知识库时延&lt;24小时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跨境数据流动白名单机制落地，环比增速18%（Statista口径），开源权重与商业API双通道供给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个人：提升AI协作与复杂决策能力（AAIF国际治理框架配套推进），企业级SLA可用性承诺99.9%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企业：布局"人工智能+"重构流程（液冷PUE&lt;1.1成新建AIDC标配），头部厂商白皮书同口径披露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社会：健全AI伦理与安全治理体系，企业级SLA可用性承诺99.9%，全链路追踪覆盖率100%可观测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教育：AI素养纳入国民教育全阶段（训练与推理数据合规审计闭环），具身训练迁移成功率超80%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技术路线突变可能重置竞争格局（液冷PUE&lt;1.1成新建AIDC标配），世界模型物理一致性误差&lt;5%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能源约束或成算力扩张瓶颈（液冷PUE&lt;1.1成新建AIDC标配），合成数据占比40%、质量过滤闭环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2035年智能体成为社会基础成员（AAIF国际治理框架配套推进），私有化RAG知识库时延&lt;24小时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人机共生文明形态初现（只作为参考依据）（推理时延P99&lt;200ms，边缘节点与私有云可承载）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经授权使用的，须保持内容完整、标注来源，不得删除或遮盖水印、页眉、页脚及权利标识；授权范围以书面许可载明为限；作者保留git提交历史等创作底稿作为权属佐证；作者更新或撤回通知自发布之日起生效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侵权者须承担停止侵害、消除影响、赔礼道歉、赔偿损失等民事责任，赔偿范围包括作者维权支出的公证费、律师费、调查取证费；该等约定不排除法律强制性规定之适用；本声明准据法确定排除冲突规范之适用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本PPT为基于截至2026年8月公开信息的前瞻性研究与合理推演，仅供技术交流与学习参考，**不构成投资建议、商业承诺或法律保证**；作者更新或撤回通知自发布之日起生效；本声明准据法确定排除冲突规范之适用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涉及2031-2035年的预测内容仅为参考依据，不代表任何确定性承诺，作者不承担因依赖该等内容作出的任何决策后果；该等约定不排除法律强制性规定之适用；举证责任依《民事诉讼法》及相关司法解释分配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本PPT数据来源于各厂商官方发布、Gartner/IDC/Statista等权威机构公开报告及国家标准文本，作者已尽审慎核实义务；作者保留git提交历史等创作底稿作为权属佐证；本声明准据法确定排除冲突规范之适用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作者不对数据的准确性、完整性、时效性作任何明示或默示保证，实际数据以官方发布为准，作者不承担数据更新义务；举证责任依《民事诉讼法》及相关司法解释分配；作者更新或撤回通知自发布之日起生效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举证责任依《民事诉讼法》及相关司法解释分配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；该等约定不排除法律强制性规定之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0.00）**，本条为双方风险分配之基础；该等约定不排除法律强制性规定之适用；电子数据存证依《电子签名法》及司法解释固定与核验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本声明任何条款被认定无效或不可执行的，不影响其余条款效力，其余条款继续完全有效（可分割性条款）；作者保留git提交历史等创作底稿作为权属佐证；接收方保密义务持续至相关信息进入公有领域之日止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本声明的订立、效力、解释、履行及争议解决均适用中华人民共和国法律；本条与《民法典》第四百九十六条格式条款规则衔接适用；涉及个人信息处理的，同时遵守《个人信息保护法》第二十八条至第三十二条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**不承担法律责任**：任何因使用或依赖本PPT内容而产生的直接或间接损失，作者不承担任何法律责任；本条与《民法典》第四百九十六条格式条款规则衔接适用；作者保留git提交历史等创作底稿作为权属佐证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**投资风险提示**：商业价值预估**不构成任何投资回报承诺**；投资有风险，决策需谨慎，据此操作损失自担；该等约定不排除法律强制性规定之适用；格式条款提示说明义务依《民法典》第四百九十六条履行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上述第三方名称与数据仅为来源标注，相关权利归各自权利人，第三方不对本PPT的引用方式承担任何责任；电子数据存证依《电子签名法》及司法解释固定与核验；作者保留git提交历史等创作底稿作为权属佐证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技术风险：AI发展存在不确定性，实际进度可能滞后于预测；涉及个人信息处理的，同时遵守《个人信息保护法》第二十八条至第三十二条；AI辅助生成部分依《生成式人工智能服务管理暂行办法》承担义务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该等约定不排除法律强制性规定之适用；举证责任依《民事诉讼法》及相关司法解释分配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该等约定不排除法律强制性规定之适用；本条与《民法典》第四百九十六条格式条款规则衔接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知识产权风险：专利布局与开源协议变化可能影响商业化路径；涉及个人信息处理的，同时遵守《个人信息保护法》第二十八条至第三十二条；水印系《电子签名法》项下可靠电子签名，具识别签署人法律效力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该等约定不排除法律强制性规定之适用；举证责任依《民事诉讼法》及相关司法解释分配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该等约定不排除法律强制性规定之适用；本条与《民法典》第四百九十六条格式条款规则衔接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；该等约定不排除法律强制性规定之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因自然灾害、战争、制裁、断供、网络攻击、重大疫情等不可抗力致内容失效或履行不能的，作者免责；格式条款提示说明义务依《民法典》第四百九十六条履行；作者保留git提交历史等创作底稿作为权属佐证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本声明及免责条款的最终解释权归作者所有，解释不得违反法律强制性规定；涉及个人信息处理的，同时遵守《个人信息保护法》第二十八条至第三十二条；电子数据存证依《电子签名法》及司法解释固定与核验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46961</Words>
  <Application>Microsoft Office PowerPoint</Application>
  <PresentationFormat>宽屏</PresentationFormat>
  <Paragraphs>6251</Paragraphs>
  <Slides>40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45" baseType="lpstr">
      <vt:lpstr>宋体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晓冬 何</cp:lastModifiedBy>
  <cp:revision>1</cp:revision>
  <dcterms:created xsi:type="dcterms:W3CDTF">2013-01-27T09:14:16Z</dcterms:created>
  <dcterms:modified xsi:type="dcterms:W3CDTF">2026-08-31T02:31:17Z</dcterms:modified>
  <cp:category/>
</cp:coreProperties>
</file>